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3152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6327"/>
  </p:normalViewPr>
  <p:slideViewPr>
    <p:cSldViewPr snapToGrid="0">
      <p:cViewPr varScale="1">
        <p:scale>
          <a:sx n="68" d="100"/>
          <a:sy n="68" d="100"/>
        </p:scale>
        <p:origin x="36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95078"/>
            <a:ext cx="6217920" cy="44568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6723804"/>
            <a:ext cx="5486400" cy="309075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5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3191514"/>
            <a:ext cx="6309360" cy="532510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8567000"/>
            <a:ext cx="6309360" cy="280034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3407833"/>
            <a:ext cx="310896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3407833"/>
            <a:ext cx="310896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0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81570"/>
            <a:ext cx="630936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3138171"/>
            <a:ext cx="3094672" cy="153796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4676140"/>
            <a:ext cx="3094672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3138171"/>
            <a:ext cx="3109913" cy="153796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4676140"/>
            <a:ext cx="3109913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3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5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853440"/>
            <a:ext cx="2359342" cy="29870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843196"/>
            <a:ext cx="3703320" cy="90974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840480"/>
            <a:ext cx="2359342" cy="711496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7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853440"/>
            <a:ext cx="2359342" cy="29870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843196"/>
            <a:ext cx="3703320" cy="90974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840480"/>
            <a:ext cx="2359342" cy="711496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3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8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681567"/>
            <a:ext cx="1577340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681567"/>
            <a:ext cx="4640580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2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681570"/>
            <a:ext cx="630936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3407833"/>
            <a:ext cx="630936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11865189"/>
            <a:ext cx="16459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F87F-7EE8-414C-9372-62E73CD6584F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11865189"/>
            <a:ext cx="24688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11865189"/>
            <a:ext cx="16459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02827-EC0F-C74A-BF35-D11EFA957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6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34E5E-6893-540F-4357-B9748C87A3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907" y="382269"/>
            <a:ext cx="5473657" cy="3894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3C32C-3044-1902-CD20-FF7EF79412AE}"/>
              </a:ext>
            </a:extLst>
          </p:cNvPr>
          <p:cNvSpPr txBox="1"/>
          <p:nvPr/>
        </p:nvSpPr>
        <p:spPr>
          <a:xfrm>
            <a:off x="1" y="-139918"/>
            <a:ext cx="25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7518B-358C-F320-BF72-B4BEA98DE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907" y="4601285"/>
            <a:ext cx="5473660" cy="38947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95AAF6-6110-9FF4-3618-08ACFD31B039}"/>
              </a:ext>
            </a:extLst>
          </p:cNvPr>
          <p:cNvSpPr txBox="1"/>
          <p:nvPr/>
        </p:nvSpPr>
        <p:spPr>
          <a:xfrm>
            <a:off x="2" y="3830017"/>
            <a:ext cx="25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498806-7D98-378C-1CE4-46392B233B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9855" y="8820303"/>
            <a:ext cx="5401709" cy="3843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27F884-6670-8622-6E2F-13C2C6B4DF1C}"/>
              </a:ext>
            </a:extLst>
          </p:cNvPr>
          <p:cNvSpPr txBox="1"/>
          <p:nvPr/>
        </p:nvSpPr>
        <p:spPr>
          <a:xfrm>
            <a:off x="0" y="8246922"/>
            <a:ext cx="25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269216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46546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13</cp:revision>
  <dcterms:created xsi:type="dcterms:W3CDTF">2024-05-20T20:51:50Z</dcterms:created>
  <dcterms:modified xsi:type="dcterms:W3CDTF">2026-04-03T19:50:49Z</dcterms:modified>
</cp:coreProperties>
</file>