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686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 varScale="1">
        <p:scale>
          <a:sx n="101" d="100"/>
          <a:sy n="101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510" y="1346836"/>
            <a:ext cx="7383780" cy="2865120"/>
          </a:xfrm>
        </p:spPr>
        <p:txBody>
          <a:bodyPr anchor="b"/>
          <a:lstStyle>
            <a:lvl1pPr algn="ctr"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4322446"/>
            <a:ext cx="6515100" cy="1986914"/>
          </a:xfrm>
        </p:spPr>
        <p:txBody>
          <a:bodyPr/>
          <a:lstStyle>
            <a:lvl1pPr marL="0" indent="0" algn="ctr">
              <a:buNone/>
              <a:defRPr sz="2280"/>
            </a:lvl1pPr>
            <a:lvl2pPr marL="434340" indent="0" algn="ctr">
              <a:buNone/>
              <a:defRPr sz="1900"/>
            </a:lvl2pPr>
            <a:lvl3pPr marL="868680" indent="0" algn="ctr">
              <a:buNone/>
              <a:defRPr sz="1710"/>
            </a:lvl3pPr>
            <a:lvl4pPr marL="1303020" indent="0" algn="ctr">
              <a:buNone/>
              <a:defRPr sz="1520"/>
            </a:lvl4pPr>
            <a:lvl5pPr marL="1737360" indent="0" algn="ctr">
              <a:buNone/>
              <a:defRPr sz="1520"/>
            </a:lvl5pPr>
            <a:lvl6pPr marL="2171700" indent="0" algn="ctr">
              <a:buNone/>
              <a:defRPr sz="1520"/>
            </a:lvl6pPr>
            <a:lvl7pPr marL="2606040" indent="0" algn="ctr">
              <a:buNone/>
              <a:defRPr sz="1520"/>
            </a:lvl7pPr>
            <a:lvl8pPr marL="3040380" indent="0" algn="ctr">
              <a:buNone/>
              <a:defRPr sz="1520"/>
            </a:lvl8pPr>
            <a:lvl9pPr marL="3474720" indent="0" algn="ctr">
              <a:buNone/>
              <a:defRPr sz="1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6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8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4" y="2051688"/>
            <a:ext cx="7492365" cy="3423284"/>
          </a:xfrm>
        </p:spPr>
        <p:txBody>
          <a:bodyPr anchor="b"/>
          <a:lstStyle>
            <a:lvl1pPr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4" y="5507358"/>
            <a:ext cx="7492365" cy="1800224"/>
          </a:xfrm>
        </p:spPr>
        <p:txBody>
          <a:bodyPr/>
          <a:lstStyle>
            <a:lvl1pPr marL="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1pPr>
            <a:lvl2pPr marL="434340" indent="0">
              <a:buNone/>
              <a:defRPr sz="1900">
                <a:solidFill>
                  <a:schemeClr val="tx1">
                    <a:tint val="82000"/>
                  </a:schemeClr>
                </a:solidFill>
              </a:defRPr>
            </a:lvl2pPr>
            <a:lvl3pPr marL="868680" indent="0">
              <a:buNone/>
              <a:defRPr sz="1710">
                <a:solidFill>
                  <a:schemeClr val="tx1">
                    <a:tint val="82000"/>
                  </a:schemeClr>
                </a:solidFill>
              </a:defRPr>
            </a:lvl3pPr>
            <a:lvl4pPr marL="130302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4pPr>
            <a:lvl5pPr marL="173736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5pPr>
            <a:lvl6pPr marL="217170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6pPr>
            <a:lvl7pPr marL="260604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7pPr>
            <a:lvl8pPr marL="304038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8pPr>
            <a:lvl9pPr marL="3474720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9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2190750"/>
            <a:ext cx="369189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2190750"/>
            <a:ext cx="369189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9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438152"/>
            <a:ext cx="749236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50" y="2017396"/>
            <a:ext cx="3674923" cy="988694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50" y="3006090"/>
            <a:ext cx="367492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2017396"/>
            <a:ext cx="3693021" cy="988694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3006090"/>
            <a:ext cx="3693021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7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5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548640"/>
            <a:ext cx="2801719" cy="1920240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1184912"/>
            <a:ext cx="4397693" cy="5848350"/>
          </a:xfrm>
        </p:spPr>
        <p:txBody>
          <a:bodyPr/>
          <a:lstStyle>
            <a:lvl1pPr>
              <a:defRPr sz="3040"/>
            </a:lvl1pPr>
            <a:lvl2pPr>
              <a:defRPr sz="2660"/>
            </a:lvl2pPr>
            <a:lvl3pPr>
              <a:defRPr sz="228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2468880"/>
            <a:ext cx="2801719" cy="4573906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548640"/>
            <a:ext cx="2801719" cy="1920240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1184912"/>
            <a:ext cx="4397693" cy="5848350"/>
          </a:xfrm>
        </p:spPr>
        <p:txBody>
          <a:bodyPr anchor="t"/>
          <a:lstStyle>
            <a:lvl1pPr marL="0" indent="0">
              <a:buNone/>
              <a:defRPr sz="3040"/>
            </a:lvl1pPr>
            <a:lvl2pPr marL="434340" indent="0">
              <a:buNone/>
              <a:defRPr sz="2660"/>
            </a:lvl2pPr>
            <a:lvl3pPr marL="868680" indent="0">
              <a:buNone/>
              <a:defRPr sz="2280"/>
            </a:lvl3pPr>
            <a:lvl4pPr marL="1303020" indent="0">
              <a:buNone/>
              <a:defRPr sz="1900"/>
            </a:lvl4pPr>
            <a:lvl5pPr marL="1737360" indent="0">
              <a:buNone/>
              <a:defRPr sz="1900"/>
            </a:lvl5pPr>
            <a:lvl6pPr marL="2171700" indent="0">
              <a:buNone/>
              <a:defRPr sz="1900"/>
            </a:lvl6pPr>
            <a:lvl7pPr marL="2606040" indent="0">
              <a:buNone/>
              <a:defRPr sz="1900"/>
            </a:lvl7pPr>
            <a:lvl8pPr marL="3040380" indent="0">
              <a:buNone/>
              <a:defRPr sz="1900"/>
            </a:lvl8pPr>
            <a:lvl9pPr marL="3474720" indent="0">
              <a:buNone/>
              <a:defRPr sz="1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2468880"/>
            <a:ext cx="2801719" cy="4573906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7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6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2" y="438150"/>
            <a:ext cx="1873091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8" y="438150"/>
            <a:ext cx="5510689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438152"/>
            <a:ext cx="749236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2190750"/>
            <a:ext cx="749236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7627622"/>
            <a:ext cx="19545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A5BCE-E9F6-C641-8838-D69A4C7CA73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7627622"/>
            <a:ext cx="293179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7627622"/>
            <a:ext cx="19545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771E8-135E-A34B-8642-CBBC597A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68680" rtl="0" eaLnBrk="1" latinLnBrk="0" hangingPunct="1">
        <a:lnSpc>
          <a:spcPct val="90000"/>
        </a:lnSpc>
        <a:spcBef>
          <a:spcPct val="0"/>
        </a:spcBef>
        <a:buNone/>
        <a:defRPr sz="41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170" indent="-217170" algn="l" defTabSz="86868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1pPr>
      <a:lvl2pPr marL="6515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1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95453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38887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8232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2575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6918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1pPr>
      <a:lvl2pPr marL="4343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3pPr>
      <a:lvl4pPr marL="13030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3736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7170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6060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0403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4747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graph with numbers and a number&#10;&#10;AI-generated content may be incorrect.">
            <a:extLst>
              <a:ext uri="{FF2B5EF4-FFF2-40B4-BE49-F238E27FC236}">
                <a16:creationId xmlns:a16="http://schemas.microsoft.com/office/drawing/2014/main" id="{27343F0A-5343-09C8-FF2E-9A8D7C27A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881" y="3771651"/>
            <a:ext cx="3770391" cy="3770391"/>
          </a:xfrm>
          <a:prstGeom prst="rect">
            <a:avLst/>
          </a:prstGeom>
        </p:spPr>
      </p:pic>
      <p:pic>
        <p:nvPicPr>
          <p:cNvPr id="22" name="Picture 21" descr="A graph of a number of stages&#10;&#10;AI-generated content may be incorrect.">
            <a:extLst>
              <a:ext uri="{FF2B5EF4-FFF2-40B4-BE49-F238E27FC236}">
                <a16:creationId xmlns:a16="http://schemas.microsoft.com/office/drawing/2014/main" id="{201CAA90-C5D7-8D75-E5AA-A6B9E1939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61" y="26008"/>
            <a:ext cx="3744383" cy="3744383"/>
          </a:xfrm>
          <a:prstGeom prst="rect">
            <a:avLst/>
          </a:prstGeom>
        </p:spPr>
      </p:pic>
      <p:pic>
        <p:nvPicPr>
          <p:cNvPr id="7" name="Picture 6" descr="A graph of a number of dormancy&#10;&#10;AI-generated content may be incorrect.">
            <a:extLst>
              <a:ext uri="{FF2B5EF4-FFF2-40B4-BE49-F238E27FC236}">
                <a16:creationId xmlns:a16="http://schemas.microsoft.com/office/drawing/2014/main" id="{C83B73D4-FF9A-F49F-63BE-105D2E29D9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361" t="44319" b="47437"/>
          <a:stretch>
            <a:fillRect/>
          </a:stretch>
        </p:blipFill>
        <p:spPr>
          <a:xfrm>
            <a:off x="3483291" y="492866"/>
            <a:ext cx="1146738" cy="3153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36E18A-E7C6-92C3-44C0-F5069FAA829E}"/>
              </a:ext>
            </a:extLst>
          </p:cNvPr>
          <p:cNvSpPr txBox="1"/>
          <p:nvPr/>
        </p:nvSpPr>
        <p:spPr>
          <a:xfrm>
            <a:off x="0" y="-33164"/>
            <a:ext cx="5677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7C55A-C6BD-CD1C-C300-10890012C8F8}"/>
              </a:ext>
            </a:extLst>
          </p:cNvPr>
          <p:cNvSpPr txBox="1"/>
          <p:nvPr/>
        </p:nvSpPr>
        <p:spPr>
          <a:xfrm>
            <a:off x="4630029" y="0"/>
            <a:ext cx="5677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B.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9E1A1-E0CC-DD92-7091-2401B1C68DDD}"/>
              </a:ext>
            </a:extLst>
          </p:cNvPr>
          <p:cNvSpPr txBox="1"/>
          <p:nvPr/>
        </p:nvSpPr>
        <p:spPr>
          <a:xfrm>
            <a:off x="0" y="3763935"/>
            <a:ext cx="5677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8C0C04-F544-7622-9631-5F4575F8C4BA}"/>
              </a:ext>
            </a:extLst>
          </p:cNvPr>
          <p:cNvSpPr txBox="1"/>
          <p:nvPr/>
        </p:nvSpPr>
        <p:spPr>
          <a:xfrm>
            <a:off x="4658558" y="3770391"/>
            <a:ext cx="5677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D.</a:t>
            </a:r>
          </a:p>
        </p:txBody>
      </p:sp>
      <p:pic>
        <p:nvPicPr>
          <p:cNvPr id="24" name="Picture 23" descr="A graph with numbers and a number&#10;&#10;AI-generated content may be incorrect.">
            <a:extLst>
              <a:ext uri="{FF2B5EF4-FFF2-40B4-BE49-F238E27FC236}">
                <a16:creationId xmlns:a16="http://schemas.microsoft.com/office/drawing/2014/main" id="{C7A0149E-F3F2-54A0-763B-D073B7463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889" y="26008"/>
            <a:ext cx="3744383" cy="3744383"/>
          </a:xfrm>
          <a:prstGeom prst="rect">
            <a:avLst/>
          </a:prstGeom>
        </p:spPr>
      </p:pic>
      <p:pic>
        <p:nvPicPr>
          <p:cNvPr id="26" name="Picture 25" descr="A graph of number and time&#10;&#10;AI-generated content may be incorrect.">
            <a:extLst>
              <a:ext uri="{FF2B5EF4-FFF2-40B4-BE49-F238E27FC236}">
                <a16:creationId xmlns:a16="http://schemas.microsoft.com/office/drawing/2014/main" id="{54FD0D0A-D756-C532-29ED-1E7E2E9F6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60" y="3770391"/>
            <a:ext cx="3772912" cy="377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5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7030</TotalTime>
  <Words>8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Isaiah</dc:creator>
  <cp:lastModifiedBy>Jordan, Isaiah</cp:lastModifiedBy>
  <cp:revision>4</cp:revision>
  <dcterms:created xsi:type="dcterms:W3CDTF">2025-11-21T20:37:23Z</dcterms:created>
  <dcterms:modified xsi:type="dcterms:W3CDTF">2025-12-02T21:21:38Z</dcterms:modified>
</cp:coreProperties>
</file>