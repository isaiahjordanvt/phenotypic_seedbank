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0" d="100"/>
          <a:sy n="6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9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2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9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4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3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2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8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4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2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43982-F822-4247-A078-42064B319A0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103E1-F65F-974E-93B0-89EA0F261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8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A3081EBF-5164-D014-BF9D-41623DCF36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90320" y="5638139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87680" tIns="243840" rIns="487680" bIns="243840" numCol="1" anchor="t" anchorCtr="0" compatLnSpc="1">
            <a:prstTxWarp prst="textNoShape">
              <a:avLst/>
            </a:prstTxWarp>
          </a:bodyPr>
          <a:lstStyle/>
          <a:p>
            <a:endParaRPr lang="en-US" sz="9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E2063-65CD-804E-2E00-E3525F3C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75479" y="3409380"/>
            <a:ext cx="6967063" cy="6073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3318FC-216D-AC41-4E38-C4A46CB9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11084" y="3428717"/>
            <a:ext cx="6967062" cy="6073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0C6620-EDF1-C992-BAE4-517A84438F6A}"/>
              </a:ext>
            </a:extLst>
          </p:cNvPr>
          <p:cNvSpPr txBox="1"/>
          <p:nvPr/>
        </p:nvSpPr>
        <p:spPr>
          <a:xfrm>
            <a:off x="10037339" y="2658708"/>
            <a:ext cx="226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39CAC1-6189-2766-3E90-BD017897CBE9}"/>
              </a:ext>
            </a:extLst>
          </p:cNvPr>
          <p:cNvSpPr txBox="1"/>
          <p:nvPr/>
        </p:nvSpPr>
        <p:spPr>
          <a:xfrm>
            <a:off x="2602160" y="2659276"/>
            <a:ext cx="24982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5897A-24D1-CF8C-6ABB-5DEF220D592B}"/>
              </a:ext>
            </a:extLst>
          </p:cNvPr>
          <p:cNvSpPr txBox="1"/>
          <p:nvPr/>
        </p:nvSpPr>
        <p:spPr>
          <a:xfrm>
            <a:off x="17789364" y="3278906"/>
            <a:ext cx="9708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Proportion 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Surviving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A5381D-95F5-5D5D-41CF-4BB1798C6B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391" t="37863" r="764" b="39081"/>
          <a:stretch/>
        </p:blipFill>
        <p:spPr>
          <a:xfrm>
            <a:off x="17789364" y="4528463"/>
            <a:ext cx="1575670" cy="27352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1F53C4-3539-CA20-22B2-4E5839EB0503}"/>
              </a:ext>
            </a:extLst>
          </p:cNvPr>
          <p:cNvSpPr/>
          <p:nvPr/>
        </p:nvSpPr>
        <p:spPr>
          <a:xfrm>
            <a:off x="17789364" y="3278906"/>
            <a:ext cx="2284906" cy="39848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8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7603</TotalTime>
  <Words>6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Isaiah</dc:creator>
  <cp:lastModifiedBy>Jordan, Isaiah</cp:lastModifiedBy>
  <cp:revision>10</cp:revision>
  <dcterms:created xsi:type="dcterms:W3CDTF">2024-08-14T16:37:49Z</dcterms:created>
  <dcterms:modified xsi:type="dcterms:W3CDTF">2026-03-30T21:08:33Z</dcterms:modified>
</cp:coreProperties>
</file>