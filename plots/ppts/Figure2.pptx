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14"/>
    <p:restoredTop sz="96327"/>
  </p:normalViewPr>
  <p:slideViewPr>
    <p:cSldViewPr snapToGrid="0">
      <p:cViewPr>
        <p:scale>
          <a:sx n="129" d="100"/>
          <a:sy n="129" d="100"/>
        </p:scale>
        <p:origin x="-11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71256-14A1-577F-5F6B-8A3EA36B1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CE7F0B-2152-9E7F-DED9-0D006A919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49A33-8C17-F230-44C4-4BC38BC66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A8EC-C014-CE1B-A828-4957F5EDE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9143-985E-0949-3FEE-9495D7ED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9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3F3B6-5A4B-BA9F-D931-4DB0BA27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3737D-5F66-6284-285F-E267751F0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5B034-FCE9-A879-479D-54317C3E2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D3F39-8912-081C-3D04-1B1CDC96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273EC-2CC2-0431-299F-6FA85B8E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786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32ADB-0ED0-32BA-B7C6-D770DEB69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A3AC5-295A-A884-DA10-21F85A752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77AB3-22E3-61E7-7B8E-DE6A59DBA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674D4-B9C8-42F3-E6A2-507486787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95117-DE16-53F6-9567-6EEC73530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810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E3289-601C-A3AB-23D4-0A2DA4F5E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B99F0-E9AB-CF64-D761-57A84A20C8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89D29-560A-5903-2A29-B8B775308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E27BBD-3F1B-0B6B-7FF6-D42C1C1D1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15411-C14E-6D3E-19F7-AF6A80613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69259-63E2-F6EE-31C9-42BEDFBDC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170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B1239-3A53-F700-7D3D-19A496FA7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043A7-AA7F-CAD2-814B-238E92A14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B6A0E4-EA5D-2A25-2D01-420B7770BF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D462A7-E9E7-83D8-AC17-C22E36B32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85E90D-E1CD-7142-B25E-9487567D00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D9E6B5-0FB4-AE49-FA23-A20E00BB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1C3544-ADF9-DF1A-5886-DD9689A9D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140F0E-CDEA-4E7F-DC65-33209F1DF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757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A72A7-1DC2-921D-5F31-36B14F2A6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5BDC95-C072-0484-04F8-EED93321E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267AA-6676-BB5C-C117-F022A7D07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D59725-689D-7B13-6146-E0A4CD198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532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F2DA98-7D2C-16D6-A126-89F7913A5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949F3-56E0-3417-67A2-644FE95AB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2590C-4059-9837-BBC0-C3CFC98D9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214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9B072-4B09-DBEB-A844-05A793BA1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65966-560D-E4C3-E21A-247BF0439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8D6F3-A24F-5233-4306-E7D9AEF47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2CE36-2478-1DE1-80DE-AF99BA237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D5501-A2AA-55D0-A9D7-EF4C49377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7BA9D-4DC1-AF35-46E9-949ECDE3E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856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D15A2-DEF4-649A-71D1-14E897855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9AD72F-63AD-A269-F687-7FD3FBE618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54E097-0058-CCDF-9D3B-327A8E2B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86CF0-953D-9FCE-2729-ADA2ADC19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F2A8C-C5CC-3FC1-36B0-1F44FC17C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20FF4-2B7C-BAE6-C64C-5CD6954C3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51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3CB81-2171-BF9A-9847-C29AD2090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4AB573-4B02-4059-637A-0C490245E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E9525-7434-0E0C-5454-EC7F66E14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C85B8-231D-A59D-D3D2-E93A2691D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FAFBF-BF38-D6A3-474F-D4A221B2C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048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BBF0F-8244-D834-D047-A0A58E0F6D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AD9C84-350F-0632-96C9-40DE94A3B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51923-0E70-26B5-C8AC-B20727A6C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E2359-5F6B-72F3-C37A-DCE491B0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9D3D7-99A1-1CAA-02F2-F5CE121F8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954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045692-FA13-1CC1-B65F-324C87FF1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6B665-9C67-C316-E11E-45FF28F59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A2B94-7073-E91B-64BA-5A75DF6DB6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2F7D6-7C17-364C-ABFC-261BC151BE7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195EF-DD9B-8B5A-F46D-7701C2C2C0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C90D6-A8A2-ACB8-1926-519C9B0E00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15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384187D9-D5BA-80F7-97E1-75ADD5E624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4862" y="-28471"/>
            <a:ext cx="12183759" cy="688647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D04FC43-BA05-DE36-63B0-0B586ED21E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545" t="56832" r="50818" b="40436"/>
          <a:stretch>
            <a:fillRect/>
          </a:stretch>
        </p:blipFill>
        <p:spPr>
          <a:xfrm>
            <a:off x="7055313" y="1426470"/>
            <a:ext cx="1092295" cy="30171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12EC963-C1E7-AD9E-85D4-FAAF5B8132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545" t="36851" r="51269" b="59872"/>
          <a:stretch>
            <a:fillRect/>
          </a:stretch>
        </p:blipFill>
        <p:spPr>
          <a:xfrm>
            <a:off x="7055313" y="115875"/>
            <a:ext cx="1017974" cy="36185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9EE998B-DA10-E587-E931-FE7FD5F5FE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545" t="43821" r="50918" b="53270"/>
          <a:stretch>
            <a:fillRect/>
          </a:stretch>
        </p:blipFill>
        <p:spPr>
          <a:xfrm>
            <a:off x="7033700" y="593692"/>
            <a:ext cx="1075901" cy="3211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47C5F4-0F72-196C-980A-BDFB7187AA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545" t="50400" r="50917" b="47067"/>
          <a:stretch>
            <a:fillRect/>
          </a:stretch>
        </p:blipFill>
        <p:spPr>
          <a:xfrm>
            <a:off x="7055313" y="1030833"/>
            <a:ext cx="1075901" cy="2796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4A71EA-B7B2-C6CE-86F3-5EB589EA9CE4}"/>
              </a:ext>
            </a:extLst>
          </p:cNvPr>
          <p:cNvSpPr txBox="1"/>
          <p:nvPr/>
        </p:nvSpPr>
        <p:spPr>
          <a:xfrm>
            <a:off x="7905372" y="171394"/>
            <a:ext cx="419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Dormancy, default death rate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1A0F69-FE45-E745-A446-A91704535773}"/>
              </a:ext>
            </a:extLst>
          </p:cNvPr>
          <p:cNvSpPr txBox="1"/>
          <p:nvPr/>
        </p:nvSpPr>
        <p:spPr>
          <a:xfrm>
            <a:off x="7905372" y="1005398"/>
            <a:ext cx="3876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Dormancy, high death rate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73C832-DF87-EFC5-A007-591316490E41}"/>
              </a:ext>
            </a:extLst>
          </p:cNvPr>
          <p:cNvSpPr txBox="1"/>
          <p:nvPr/>
        </p:nvSpPr>
        <p:spPr>
          <a:xfrm>
            <a:off x="7905372" y="588396"/>
            <a:ext cx="3649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Dormancy, default death rate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38BEBA-B4F6-D0C0-E777-B160993119A3}"/>
              </a:ext>
            </a:extLst>
          </p:cNvPr>
          <p:cNvSpPr txBox="1"/>
          <p:nvPr/>
        </p:nvSpPr>
        <p:spPr>
          <a:xfrm>
            <a:off x="7905372" y="1422400"/>
            <a:ext cx="36492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Dormancy</a:t>
            </a:r>
            <a:r>
              <a:rPr lang="en-US" dirty="0"/>
              <a:t>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 death rate</a:t>
            </a:r>
          </a:p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F83558-AE4A-FB5E-5EEC-A34738121849}"/>
              </a:ext>
            </a:extLst>
          </p:cNvPr>
          <p:cNvSpPr/>
          <p:nvPr/>
        </p:nvSpPr>
        <p:spPr>
          <a:xfrm>
            <a:off x="7257327" y="119678"/>
            <a:ext cx="4162734" cy="1813957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18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57399</TotalTime>
  <Words>22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Jordan, Isaiah</dc:creator>
  <cp:lastModifiedBy>Jordan, Isaiah</cp:lastModifiedBy>
  <cp:revision>24</cp:revision>
  <dcterms:created xsi:type="dcterms:W3CDTF">2024-05-20T18:44:38Z</dcterms:created>
  <dcterms:modified xsi:type="dcterms:W3CDTF">2026-02-27T19:51:37Z</dcterms:modified>
</cp:coreProperties>
</file>