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/>
    <p:restoredTop sz="94675"/>
  </p:normalViewPr>
  <p:slideViewPr>
    <p:cSldViewPr snapToGrid="0">
      <p:cViewPr varScale="1">
        <p:scale>
          <a:sx n="119" d="100"/>
          <a:sy n="119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FAE8-F2FD-FF48-17D3-ADF0E2572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4CA5E-A212-D381-A012-0793247FD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9177C-FF0D-1AF3-7C9D-E232FC60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28C6-0D73-533B-5F91-2C09B28A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FBB9-9FDA-ECFD-C0F9-E7E1A1A8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6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3AFA-95A2-ED68-39CD-B7A3D9C2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F5F1-62D2-D758-F968-BCDDDF9A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9A44C-BDAF-BFD2-7C49-8580D5BC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2671-F9AC-6704-18E6-5D0EE6D6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EB8CF-E998-227F-D91D-AB81CA3B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3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0E6D-4455-DAB1-CB14-C01ED211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C6284-C496-DA19-27A2-088E63E9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37750-9662-9364-B5BA-17E47E1C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2F305-4D4A-54C3-A5B7-30F8A4B1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4DEE6-557C-89CF-2DBE-4EBEAD7A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9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5856-9299-C7CD-9C18-5293BF75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D288-18A4-F118-5DBA-CE96749A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B316E-9990-B7EE-D52D-0929A19C4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BF5C4-0D56-B598-8759-A2F5E695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3F94D-DAA0-97C6-15CF-77A14DB4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5C29-9F5C-2D79-A06F-49F8ED2A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9AA4-B6A5-325A-35B9-825B0415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16C39-74B4-6C31-F8E1-B72CDD67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E7C7-058F-6271-39C8-B48F78BEA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0B336-0BEB-70B7-9332-77533E931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C84F6-E35B-D774-DC1F-CFB8F78D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6E518-4735-A7A4-E076-D80B84B0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AB3F4-24C1-895E-5100-BBF19BD8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A031C-F0AF-06C0-DE82-9C21E33E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8F91-1BB7-FD3F-D08D-E93A45AA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A16C2-56F3-4C15-0A7D-81F85C90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48B18-F2F7-35A3-8C0B-6BD126A8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5DAB1-586F-3DC7-75A2-C9DF5A54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3522-CBEC-B9AA-3A63-28F58040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F8C58-B979-71D5-FC5D-DDAA8480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9271-C74E-F96A-461A-73ACD781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0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C1A3-6C12-DB84-2B1F-A9085C96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B844-6243-CEC1-1CE8-66D74DBC9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0C5C0-A829-B59F-A177-8180C03E5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ECF63-2BF9-0BA3-B44D-6AAA38FE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3F5A2-2B1F-6DA6-21D0-82802712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F508B-85F6-678D-6147-6057431B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3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07B-3984-018C-D3E3-DF554163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12C493-B056-1AC8-9E2D-BCC54996E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35F3C-AD0B-E07C-4962-B2DF0BF94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CC99C-CC96-C436-0951-8869A5A3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00C14-A399-3882-6047-5CDB9F7E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BF457-A4A7-F90B-1D15-CABABB4E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3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6FC5-B6EA-9B31-252E-971223CC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2A9E1-E75D-D35D-5354-04C5645CA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0E0A-6426-64C1-22F4-097A7191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BC6F-BF3C-78F8-E2BE-2795E606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B17B-3324-ED69-B2E1-CA36BC16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6E976-713B-A7AE-EF81-272BD454F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AB0B0-CD6B-5D98-455D-7F4E31DC6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23A4-3203-9B62-FD00-7FBB6444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0633-14A6-C622-1AC7-8D03DC4F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DF39-5D2F-AF9B-0F30-5AFC50DA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5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45EEB-D3D5-5D64-1A9F-BF307FD8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43687-A1F1-CD2A-D5E8-3FC0B2D1E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D188-E28A-50F4-8254-C9A950012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63B2A-DC54-794F-80D3-74A3C6FD4F79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6542B-3B53-546E-3E80-52834C2A6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F664-214A-9191-E95B-7D1D98D9F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5F280-E24E-3B43-9EBB-C9C33A05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9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0A141A09-D414-BCF3-1AA1-46EA5C65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08084" y="2843175"/>
            <a:ext cx="3208942" cy="280782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CD6465D-D718-8AE2-8341-E21F1676C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8814" y="2834288"/>
            <a:ext cx="3229258" cy="282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252EF-DE1C-956A-DE20-66D4711900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6884" y="211158"/>
            <a:ext cx="9769203" cy="2279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6A5F4-675B-7D4B-4097-2C9F7C4E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4252" y="2867261"/>
            <a:ext cx="3204742" cy="28041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9435A4-1CDA-2CFE-62A3-3849ED55B03C}"/>
              </a:ext>
            </a:extLst>
          </p:cNvPr>
          <p:cNvSpPr txBox="1"/>
          <p:nvPr/>
        </p:nvSpPr>
        <p:spPr>
          <a:xfrm>
            <a:off x="449063" y="200190"/>
            <a:ext cx="518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381C66-63FB-B783-B995-2D5463D9D027}"/>
              </a:ext>
            </a:extLst>
          </p:cNvPr>
          <p:cNvSpPr/>
          <p:nvPr/>
        </p:nvSpPr>
        <p:spPr>
          <a:xfrm>
            <a:off x="3563654" y="250522"/>
            <a:ext cx="322545" cy="216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159411-DE0D-9A78-8DB6-5A57BF132634}"/>
              </a:ext>
            </a:extLst>
          </p:cNvPr>
          <p:cNvSpPr/>
          <p:nvPr/>
        </p:nvSpPr>
        <p:spPr>
          <a:xfrm>
            <a:off x="3589986" y="434662"/>
            <a:ext cx="164768" cy="78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6850C-E727-3165-6C58-188A58E78A93}"/>
              </a:ext>
            </a:extLst>
          </p:cNvPr>
          <p:cNvSpPr txBox="1"/>
          <p:nvPr/>
        </p:nvSpPr>
        <p:spPr>
          <a:xfrm>
            <a:off x="7514274" y="2603456"/>
            <a:ext cx="518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40621-7593-5225-C9E8-4B2EE5884172}"/>
              </a:ext>
            </a:extLst>
          </p:cNvPr>
          <p:cNvSpPr txBox="1"/>
          <p:nvPr/>
        </p:nvSpPr>
        <p:spPr>
          <a:xfrm>
            <a:off x="3950514" y="2590873"/>
            <a:ext cx="518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3F3C33-DF85-0097-7EA3-AD17D368F8A1}"/>
              </a:ext>
            </a:extLst>
          </p:cNvPr>
          <p:cNvSpPr txBox="1"/>
          <p:nvPr/>
        </p:nvSpPr>
        <p:spPr>
          <a:xfrm>
            <a:off x="372977" y="2583489"/>
            <a:ext cx="518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B.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083A573-C9B3-CF6B-F02A-3A73837C1C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62804" y="2273128"/>
            <a:ext cx="674135" cy="1"/>
          </a:xfrm>
          <a:prstGeom prst="bentConnector3">
            <a:avLst/>
          </a:prstGeom>
          <a:ln w="60325"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908EDA-8243-BBBB-C664-865115080578}"/>
              </a:ext>
            </a:extLst>
          </p:cNvPr>
          <p:cNvCxnSpPr>
            <a:cxnSpLocks/>
          </p:cNvCxnSpPr>
          <p:nvPr/>
        </p:nvCxnSpPr>
        <p:spPr>
          <a:xfrm flipH="1">
            <a:off x="5940425" y="2517408"/>
            <a:ext cx="3449226" cy="0"/>
          </a:xfrm>
          <a:prstGeom prst="line">
            <a:avLst/>
          </a:prstGeom>
          <a:ln w="6032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C7C5D97-E63A-348D-8482-01C41A58DEE4}"/>
              </a:ext>
            </a:extLst>
          </p:cNvPr>
          <p:cNvCxnSpPr>
            <a:cxnSpLocks/>
          </p:cNvCxnSpPr>
          <p:nvPr/>
        </p:nvCxnSpPr>
        <p:spPr>
          <a:xfrm flipV="1">
            <a:off x="5968538" y="2513624"/>
            <a:ext cx="0" cy="96572"/>
          </a:xfrm>
          <a:prstGeom prst="line">
            <a:avLst/>
          </a:prstGeom>
          <a:ln w="6032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BC4801C-C18E-5FFC-D654-F64766EF6F47}"/>
              </a:ext>
            </a:extLst>
          </p:cNvPr>
          <p:cNvSpPr/>
          <p:nvPr/>
        </p:nvSpPr>
        <p:spPr>
          <a:xfrm>
            <a:off x="9715577" y="2297545"/>
            <a:ext cx="511871" cy="261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F4ECA7B-2782-96D3-13E6-599C2E2D10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39815" y="2279512"/>
            <a:ext cx="661364" cy="3"/>
          </a:xfrm>
          <a:prstGeom prst="bentConnector3">
            <a:avLst/>
          </a:prstGeom>
          <a:ln w="6032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DD9D7B-C597-503D-AE7F-47A6970D490B}"/>
              </a:ext>
            </a:extLst>
          </p:cNvPr>
          <p:cNvCxnSpPr>
            <a:cxnSpLocks/>
          </p:cNvCxnSpPr>
          <p:nvPr/>
        </p:nvCxnSpPr>
        <p:spPr>
          <a:xfrm flipH="1" flipV="1">
            <a:off x="9383644" y="1948831"/>
            <a:ext cx="6007" cy="596037"/>
          </a:xfrm>
          <a:prstGeom prst="straightConnector1">
            <a:avLst/>
          </a:prstGeom>
          <a:ln w="603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22FD46-D303-AE54-0089-FEB50A959748}"/>
              </a:ext>
            </a:extLst>
          </p:cNvPr>
          <p:cNvSpPr txBox="1"/>
          <p:nvPr/>
        </p:nvSpPr>
        <p:spPr>
          <a:xfrm rot="16200000">
            <a:off x="-245144" y="1084991"/>
            <a:ext cx="2219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Concentration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D1772-9D5C-7CF8-A665-D63D87E45E1F}"/>
              </a:ext>
            </a:extLst>
          </p:cNvPr>
          <p:cNvSpPr txBox="1"/>
          <p:nvPr/>
        </p:nvSpPr>
        <p:spPr>
          <a:xfrm>
            <a:off x="2041482" y="942327"/>
            <a:ext cx="90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46E2D-A657-6A9B-FD78-FB86CD3384A8}"/>
              </a:ext>
            </a:extLst>
          </p:cNvPr>
          <p:cNvSpPr txBox="1"/>
          <p:nvPr/>
        </p:nvSpPr>
        <p:spPr>
          <a:xfrm>
            <a:off x="8479422" y="206116"/>
            <a:ext cx="90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1C534F-1A52-567B-10AD-AFB0D2BECE78}"/>
              </a:ext>
            </a:extLst>
          </p:cNvPr>
          <p:cNvCxnSpPr>
            <a:cxnSpLocks/>
          </p:cNvCxnSpPr>
          <p:nvPr/>
        </p:nvCxnSpPr>
        <p:spPr>
          <a:xfrm flipH="1">
            <a:off x="1767883" y="1175566"/>
            <a:ext cx="273599" cy="26674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37888E-4B7C-AD49-126A-E9FBF3A9530E}"/>
              </a:ext>
            </a:extLst>
          </p:cNvPr>
          <p:cNvCxnSpPr>
            <a:cxnSpLocks/>
          </p:cNvCxnSpPr>
          <p:nvPr/>
        </p:nvCxnSpPr>
        <p:spPr>
          <a:xfrm>
            <a:off x="8902684" y="358690"/>
            <a:ext cx="58886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2616B3E-F3A7-B8CB-D672-C285D1F28B21}"/>
              </a:ext>
            </a:extLst>
          </p:cNvPr>
          <p:cNvSpPr/>
          <p:nvPr/>
        </p:nvSpPr>
        <p:spPr>
          <a:xfrm>
            <a:off x="181811" y="2610196"/>
            <a:ext cx="3409457" cy="312081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41761F-BAB6-F3BB-3688-D810B3B4061F}"/>
              </a:ext>
            </a:extLst>
          </p:cNvPr>
          <p:cNvSpPr/>
          <p:nvPr/>
        </p:nvSpPr>
        <p:spPr>
          <a:xfrm>
            <a:off x="3782661" y="2622965"/>
            <a:ext cx="3320413" cy="312081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519AB2-EF3D-8E4D-55E4-C2C048C3D4E0}"/>
              </a:ext>
            </a:extLst>
          </p:cNvPr>
          <p:cNvSpPr/>
          <p:nvPr/>
        </p:nvSpPr>
        <p:spPr>
          <a:xfrm>
            <a:off x="7325659" y="2627308"/>
            <a:ext cx="3380428" cy="316256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normal rate&#10;&#10;AI-generated content may be incorrect.">
            <a:extLst>
              <a:ext uri="{FF2B5EF4-FFF2-40B4-BE49-F238E27FC236}">
                <a16:creationId xmlns:a16="http://schemas.microsoft.com/office/drawing/2014/main" id="{0612D63B-8FDF-6F63-6F07-AA1AB12345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729" t="46312" r="22579" b="44042"/>
          <a:stretch>
            <a:fillRect/>
          </a:stretch>
        </p:blipFill>
        <p:spPr>
          <a:xfrm>
            <a:off x="8648809" y="2972672"/>
            <a:ext cx="253875" cy="387119"/>
          </a:xfrm>
          <a:prstGeom prst="rect">
            <a:avLst/>
          </a:prstGeom>
        </p:spPr>
      </p:pic>
      <p:pic>
        <p:nvPicPr>
          <p:cNvPr id="11" name="Picture 10" descr="A graph of a normal rate&#10;&#10;AI-generated content may be incorrect.">
            <a:extLst>
              <a:ext uri="{FF2B5EF4-FFF2-40B4-BE49-F238E27FC236}">
                <a16:creationId xmlns:a16="http://schemas.microsoft.com/office/drawing/2014/main" id="{5827A316-7F73-69CE-5769-5DB2B772E2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475" t="46312" r="-1" b="49017"/>
          <a:stretch>
            <a:fillRect/>
          </a:stretch>
        </p:blipFill>
        <p:spPr>
          <a:xfrm>
            <a:off x="8909994" y="3193334"/>
            <a:ext cx="1218680" cy="187463"/>
          </a:xfrm>
          <a:prstGeom prst="rect">
            <a:avLst/>
          </a:prstGeom>
        </p:spPr>
      </p:pic>
      <p:pic>
        <p:nvPicPr>
          <p:cNvPr id="17" name="Picture 16" descr="A graph of a normal rate&#10;&#10;AI-generated content may be incorrect.">
            <a:extLst>
              <a:ext uri="{FF2B5EF4-FFF2-40B4-BE49-F238E27FC236}">
                <a16:creationId xmlns:a16="http://schemas.microsoft.com/office/drawing/2014/main" id="{C9B13EA5-72E0-8462-3CE9-7324C33C20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475" t="51138" r="-1" b="44042"/>
          <a:stretch>
            <a:fillRect/>
          </a:stretch>
        </p:blipFill>
        <p:spPr>
          <a:xfrm>
            <a:off x="8909994" y="2968408"/>
            <a:ext cx="1218680" cy="1934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888D5A0-CC2A-49FE-3B62-3BB05E8F0A50}"/>
              </a:ext>
            </a:extLst>
          </p:cNvPr>
          <p:cNvSpPr/>
          <p:nvPr/>
        </p:nvSpPr>
        <p:spPr>
          <a:xfrm>
            <a:off x="8593885" y="2919132"/>
            <a:ext cx="1553945" cy="5098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48828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178727</TotalTime>
  <Words>13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31</cp:revision>
  <cp:lastPrinted>2025-10-15T21:46:55Z</cp:lastPrinted>
  <dcterms:created xsi:type="dcterms:W3CDTF">2024-04-03T19:52:02Z</dcterms:created>
  <dcterms:modified xsi:type="dcterms:W3CDTF">2026-10-09T19:38:03Z</dcterms:modified>
</cp:coreProperties>
</file>