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1325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>
        <p:scale>
          <a:sx n="86" d="100"/>
          <a:sy n="86" d="100"/>
        </p:scale>
        <p:origin x="3552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69902"/>
            <a:ext cx="5829300" cy="461602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963940"/>
            <a:ext cx="5143500" cy="320114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43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4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305496"/>
            <a:ext cx="5915025" cy="551529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872964"/>
            <a:ext cx="5915025" cy="29003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39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529542"/>
            <a:ext cx="2914650" cy="8412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529542"/>
            <a:ext cx="2914650" cy="8412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97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05911"/>
            <a:ext cx="5915025" cy="25627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3250248"/>
            <a:ext cx="2901255" cy="159289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843145"/>
            <a:ext cx="2901255" cy="712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3250248"/>
            <a:ext cx="2915543" cy="159289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843145"/>
            <a:ext cx="2915543" cy="7123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5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28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1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83920"/>
            <a:ext cx="2211884" cy="30937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909024"/>
            <a:ext cx="3471863" cy="942234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977640"/>
            <a:ext cx="2211884" cy="736907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016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83920"/>
            <a:ext cx="2211884" cy="30937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909024"/>
            <a:ext cx="3471863" cy="942234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977640"/>
            <a:ext cx="2211884" cy="736907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4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6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705908"/>
            <a:ext cx="1478756" cy="112362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705908"/>
            <a:ext cx="4350544" cy="112362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0952A-32E0-1148-BC94-1589F8E84F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0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705911"/>
            <a:ext cx="5915025" cy="25627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529542"/>
            <a:ext cx="5915025" cy="8412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2288946"/>
            <a:ext cx="1543050" cy="70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0952A-32E0-1148-BC94-1589F8E84F7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2288946"/>
            <a:ext cx="2314575" cy="70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2288946"/>
            <a:ext cx="1543050" cy="70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D5CE9-2561-CE45-B860-98F88FB52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98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D8390D6-2E5C-7DDE-1CF5-088C66AE45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" y="0"/>
            <a:ext cx="6858000" cy="46634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C04871-6DF4-5925-A0F3-6D13CB1CBB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678326"/>
            <a:ext cx="6858000" cy="46634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7C9DC4-4A21-A3E1-8D26-835EFA9D43F2}"/>
              </a:ext>
            </a:extLst>
          </p:cNvPr>
          <p:cNvSpPr txBox="1"/>
          <p:nvPr/>
        </p:nvSpPr>
        <p:spPr>
          <a:xfrm>
            <a:off x="-2" y="-44630"/>
            <a:ext cx="2173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D8F5A-A6AB-6E43-FC7C-32E2431F6F18}"/>
              </a:ext>
            </a:extLst>
          </p:cNvPr>
          <p:cNvSpPr txBox="1"/>
          <p:nvPr/>
        </p:nvSpPr>
        <p:spPr>
          <a:xfrm>
            <a:off x="0" y="4663439"/>
            <a:ext cx="2173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1A8508-A7A4-E5B3-7D81-93BA6D8D36F5}"/>
              </a:ext>
            </a:extLst>
          </p:cNvPr>
          <p:cNvSpPr txBox="1"/>
          <p:nvPr/>
        </p:nvSpPr>
        <p:spPr>
          <a:xfrm>
            <a:off x="4656531" y="567851"/>
            <a:ext cx="1959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Dormancy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BD9929-F1A5-5180-1B8B-7CAEF682D768}"/>
              </a:ext>
            </a:extLst>
          </p:cNvPr>
          <p:cNvSpPr txBox="1"/>
          <p:nvPr/>
        </p:nvSpPr>
        <p:spPr>
          <a:xfrm>
            <a:off x="4656531" y="920383"/>
            <a:ext cx="2404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Dormancy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8F940D-B910-8D66-E484-F1B6AAADE8D6}"/>
              </a:ext>
            </a:extLst>
          </p:cNvPr>
          <p:cNvSpPr/>
          <p:nvPr/>
        </p:nvSpPr>
        <p:spPr>
          <a:xfrm>
            <a:off x="4109484" y="478590"/>
            <a:ext cx="2173966" cy="89257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80"/>
          </a:p>
        </p:txBody>
      </p:sp>
      <p:pic>
        <p:nvPicPr>
          <p:cNvPr id="14" name="Picture 13" descr="A graph of a pulse&#10;&#10;AI-generated content may be incorrect.">
            <a:extLst>
              <a:ext uri="{FF2B5EF4-FFF2-40B4-BE49-F238E27FC236}">
                <a16:creationId xmlns:a16="http://schemas.microsoft.com/office/drawing/2014/main" id="{155AEF20-6222-06F1-F51A-BC0DE81347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808" t="43523" r="50839" b="48908"/>
          <a:stretch>
            <a:fillRect/>
          </a:stretch>
        </p:blipFill>
        <p:spPr>
          <a:xfrm>
            <a:off x="4245205" y="586179"/>
            <a:ext cx="411326" cy="66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866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58715</TotalTime>
  <Words>7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Jordan, Isaiah</dc:creator>
  <cp:lastModifiedBy>Jordan, Isaiah</cp:lastModifiedBy>
  <cp:revision>17</cp:revision>
  <dcterms:created xsi:type="dcterms:W3CDTF">2024-06-07T15:26:12Z</dcterms:created>
  <dcterms:modified xsi:type="dcterms:W3CDTF">2026-04-24T14:38:35Z</dcterms:modified>
</cp:coreProperties>
</file>