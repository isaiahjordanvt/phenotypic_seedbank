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48"/>
    <p:restoredTop sz="96327"/>
  </p:normalViewPr>
  <p:slideViewPr>
    <p:cSldViewPr snapToGrid="0">
      <p:cViewPr varScale="1">
        <p:scale>
          <a:sx n="128" d="100"/>
          <a:sy n="128" d="100"/>
        </p:scale>
        <p:origin x="2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8872F-18D1-2391-E671-7D526F0D3D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581B9-DC87-DFC9-FAB0-199097E43A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19966-D3B6-B121-546B-941B4871D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8E3A6-E45C-EE41-BBC5-569A4A55B348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2BE05-E32F-F10A-EB0F-95C91B174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A902D-47DD-D17B-4A9B-CC2452E44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71D11-A637-C746-8F93-C98B96531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120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2BC1B-FB21-FCCF-9BB3-18E5C57DD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72880-7EB9-1BD7-D675-D25B41252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9FB8B-8BF6-5BE5-1D6C-4E41B488A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8E3A6-E45C-EE41-BBC5-569A4A55B348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BBBB4-5BAF-33F1-248F-7AE17F547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3DA20-C496-6028-6308-85CF7E2E7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71D11-A637-C746-8F93-C98B96531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134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DBB30-B36D-DD51-A7FC-7F9EF2ED5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9103A-B386-31A2-8A4C-326BAB25C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B7535-F27F-680B-C168-68903024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8E3A6-E45C-EE41-BBC5-569A4A55B348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BCA5E-AD07-BA3E-52E0-B87C0FA35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78F3B-107E-1C42-4B77-18ECE1617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71D11-A637-C746-8F93-C98B96531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292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58924-0FF4-1A2B-391F-D6E59E00C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5FC3-0C57-4231-B0CE-3E99BA3F10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9BD4F5-C074-4C01-2F71-351E0279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6D9AEC-4ABA-BD94-47C9-F6F136615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8E3A6-E45C-EE41-BBC5-569A4A55B348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47128-720B-10B6-DD37-CB06AC98E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3F4C90-D12A-5D26-1B20-8317193E8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71D11-A637-C746-8F93-C98B96531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898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E6BC9-EB7E-64E0-09F8-2BE0D3317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FBAFE-E338-7E54-E8EF-1E51AE5D5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A75721-A5F2-A51E-78D7-A0264B4F0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1C2EDD-6761-D770-D251-34A4896201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236486-7D18-B96A-4D87-F10E03AF0D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87E992-F950-3C28-1979-2DC968AAA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8E3A6-E45C-EE41-BBC5-569A4A55B348}" type="datetimeFigureOut">
              <a:rPr lang="en-US" smtClean="0"/>
              <a:t>12/3/25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8F8E0C-C42A-CCE6-01F5-ACBC80C63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26A907-CA04-C692-080A-1A29C3634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71D11-A637-C746-8F93-C98B96531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340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7426C-1680-5227-4468-89F209AC6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56D6E4-D75D-A4A9-CEFA-4F52D2E7C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8E3A6-E45C-EE41-BBC5-569A4A55B348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91F1B3-B3CE-0B6A-29DC-28E086C0D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0DB19E-EC5C-08A8-56AA-E46044D06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71D11-A637-C746-8F93-C98B96531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466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CA580C-EBCE-1CF9-A3FA-0626FC7DF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8E3A6-E45C-EE41-BBC5-569A4A55B348}" type="datetimeFigureOut">
              <a:rPr lang="en-US" smtClean="0"/>
              <a:t>12/3/25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40B969-3738-8459-74CE-B4A227138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1D335-C191-B8DB-212C-114D95FA2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71D11-A637-C746-8F93-C98B96531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980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4FAB4-DF30-2C6A-5B05-340092FC5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2CBFB-DEDD-C2CF-C1AE-76F848EC3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F06065-DB4F-1A38-45B4-55297B6B81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E15677-D429-398C-5087-41A8B5283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8E3A6-E45C-EE41-BBC5-569A4A55B348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F2ADFB-BBF4-0987-D596-8F5A9FB22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47DE27-8BBB-28A4-7774-36675A4E1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71D11-A637-C746-8F93-C98B96531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870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39293-DA34-2BD6-F3D8-A4A70F5AE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54E7A5-0B8D-32DF-DB4E-F89C7A4925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5171C6-E491-A095-073F-B37F51157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34D961-7C9A-816F-5018-786A94F30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8E3A6-E45C-EE41-BBC5-569A4A55B348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15401-D8E4-4E09-ACC3-4F1954640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9A555-A9FE-8E2C-7CF7-458C876FE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71D11-A637-C746-8F93-C98B96531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598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F1986-C9F8-C1DB-78B1-2F0931DF3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59E24D-4133-CDAF-C13F-6C1D8A29A9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BC0CB-2049-D4F7-3A82-54C088F8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8E3A6-E45C-EE41-BBC5-569A4A55B348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BBD22-66C7-A8DD-5AA0-FD6601FAF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D5D40-4AA2-49A9-4F68-586A3550E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71D11-A637-C746-8F93-C98B96531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325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9AF9B8-A84E-4971-4D20-29E6898104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E937B7-E645-7029-BE14-663A217B4E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2B6ED-3DB1-D554-3865-6CE98B5A6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8E3A6-E45C-EE41-BBC5-569A4A55B348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D32BC-6E32-F624-0129-81218587F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22CCB-2EFD-7D9D-EAFB-9E9B9CAB1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71D11-A637-C746-8F93-C98B96531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706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039B04-6B54-3A9F-740C-7DC6ABC8D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92D9E-522C-A88C-AC84-7BC5445F1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5904A-211F-E41C-E13F-6FD8BB506A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58E3A6-E45C-EE41-BBC5-569A4A55B348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001BB-0511-BC5B-044B-8AFAA36E0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7BEF-3085-28F0-BD44-C22988C6B6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71D11-A637-C746-8F93-C98B96531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079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88D7B0E-DB1D-8D62-2517-8B12F80718DC}"/>
                  </a:ext>
                </a:extLst>
              </p:cNvPr>
              <p:cNvSpPr txBox="1"/>
              <p:nvPr/>
            </p:nvSpPr>
            <p:spPr>
              <a:xfrm>
                <a:off x="1188720" y="766321"/>
                <a:ext cx="10155000" cy="2572307"/>
              </a:xfrm>
              <a:prstGeom prst="rect">
                <a:avLst/>
              </a:prstGeom>
              <a:noFill/>
            </p:spPr>
            <p:txBody>
              <a:bodyPr wrap="square" lIns="91440" bIns="54864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3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8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40582</m:t>
                                </m:r>
                              </m:e>
                              <m:e>
                                <m:r>
                                  <a:rPr 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32210</m:t>
                                </m:r>
                              </m:e>
                              <m:e>
                                <m:r>
                                  <a:rPr 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25565</m:t>
                                </m:r>
                                <m:r>
                                  <a:rPr lang="en-US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676</m:t>
                                </m:r>
                              </m:e>
                              <m:e>
                                <m:r>
                                  <a:rPr 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537</m:t>
                                </m:r>
                              </m:e>
                              <m:e>
                                <m:r>
                                  <a:rPr 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426</m:t>
                                </m:r>
                                <m:r>
                                  <a:rPr lang="en-US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  <m:r>
                                  <a:rPr lang="en-US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…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>
                  <a:latin typeface="Helvetica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88D7B0E-DB1D-8D62-2517-8B12F80718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20" y="766321"/>
                <a:ext cx="10155000" cy="2572307"/>
              </a:xfrm>
              <a:prstGeom prst="rect">
                <a:avLst/>
              </a:prstGeom>
              <a:blipFill>
                <a:blip r:embed="rId2"/>
                <a:stretch>
                  <a:fillRect t="-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4F541D6-9233-E9C6-DF7A-9CCD3B75E7BF}"/>
              </a:ext>
            </a:extLst>
          </p:cNvPr>
          <p:cNvSpPr txBox="1"/>
          <p:nvPr/>
        </p:nvSpPr>
        <p:spPr>
          <a:xfrm>
            <a:off x="1667912" y="370579"/>
            <a:ext cx="4510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Active Individuals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AAA0DF-C7A9-C384-E5C8-33AE760CC4DF}"/>
              </a:ext>
            </a:extLst>
          </p:cNvPr>
          <p:cNvSpPr txBox="1"/>
          <p:nvPr/>
        </p:nvSpPr>
        <p:spPr>
          <a:xfrm>
            <a:off x="4962780" y="370578"/>
            <a:ext cx="4510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Dormant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0D7274-CC01-94F5-CC6B-337081160858}"/>
              </a:ext>
            </a:extLst>
          </p:cNvPr>
          <p:cNvSpPr txBox="1"/>
          <p:nvPr/>
        </p:nvSpPr>
        <p:spPr>
          <a:xfrm>
            <a:off x="7602271" y="370579"/>
            <a:ext cx="4510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Expressing</a:t>
            </a:r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D2D51145-88B4-B42E-932F-D494F2E2FCF8}"/>
              </a:ext>
            </a:extLst>
          </p:cNvPr>
          <p:cNvSpPr/>
          <p:nvPr/>
        </p:nvSpPr>
        <p:spPr>
          <a:xfrm>
            <a:off x="1527958" y="988156"/>
            <a:ext cx="139954" cy="1097280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DB72747C-3949-EE6F-7B15-F78F4F6AFFBD}"/>
              </a:ext>
            </a:extLst>
          </p:cNvPr>
          <p:cNvSpPr/>
          <p:nvPr/>
        </p:nvSpPr>
        <p:spPr>
          <a:xfrm rot="16200000">
            <a:off x="3703957" y="629703"/>
            <a:ext cx="139954" cy="3840480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3D8248-4567-03D0-1D0F-BFAC2F0D79E3}"/>
              </a:ext>
            </a:extLst>
          </p:cNvPr>
          <p:cNvSpPr txBox="1"/>
          <p:nvPr/>
        </p:nvSpPr>
        <p:spPr>
          <a:xfrm>
            <a:off x="1667912" y="2615552"/>
            <a:ext cx="44213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Increasing Progress Towards Division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537A42-0347-371D-C56B-012A2A483290}"/>
              </a:ext>
            </a:extLst>
          </p:cNvPr>
          <p:cNvSpPr txBox="1"/>
          <p:nvPr/>
        </p:nvSpPr>
        <p:spPr>
          <a:xfrm rot="16200000">
            <a:off x="450280" y="1048522"/>
            <a:ext cx="14474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Increasing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Tolerance</a:t>
            </a:r>
          </a:p>
        </p:txBody>
      </p:sp>
    </p:spTree>
    <p:extLst>
      <p:ext uri="{BB962C8B-B14F-4D97-AF65-F5344CB8AC3E}">
        <p14:creationId xmlns:p14="http://schemas.microsoft.com/office/powerpoint/2010/main" val="2822693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11389</TotalTime>
  <Words>13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Jordan, Isaiah</dc:creator>
  <cp:lastModifiedBy>Jordan, Isaiah</cp:lastModifiedBy>
  <cp:revision>4</cp:revision>
  <dcterms:created xsi:type="dcterms:W3CDTF">2024-06-05T16:55:30Z</dcterms:created>
  <dcterms:modified xsi:type="dcterms:W3CDTF">2025-12-11T16:44:03Z</dcterms:modified>
</cp:coreProperties>
</file>